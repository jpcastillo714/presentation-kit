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espectro de fondo se mece: así se ve, muy exagerado, una estrella que se acerca y se aleja.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Primero un planeta como Júpiter: la estrella pierde un 1 % de su luz. Al avanzar, uno como la Tierra: 84 partes por millón, y la escala vertical cambia para que se vea.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Paso 1: la estrella también orbita el centro de masa. Paso 2: vista de lado, se acerca y se aleja. Paso 3: las líneas del espectro se corren al azul y al rojo al mismo ritmo.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Así se miden centímetros por segundo: ninguna línea sola alcanza, pero miles juntas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Después de cuatro diapositivas en movimiento, una quieta: aquí se junta lo visto.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Primero Júpiter en las dos escalas; al avanzar, la Tierra se desliza hasta su lugar y aparece cuánto más chica es cada señal.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script.es.md al lado de la presentación para mostrar que el contenido es solo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057400"/>
            <a:ext cx="10668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20"/>
              </a:spcAft>
            </a:pPr>
            <a:r>
              <a:rPr sz="4200" b="1">
                <a:solidFill>
                  <a:srgbClr val="EEF2F7"/>
                </a:solidFill>
                <a:latin typeface="Cambria"/>
              </a:rPr>
              <a:t>Cómo encontrar un planeta que no se puede 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15290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9AA8BA"/>
                </a:solidFill>
                <a:latin typeface="Calibri"/>
              </a:rPr>
              <a:t>Dos señales diminutas: la sombra y el bamboleo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4924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9AA8BA"/>
                </a:solidFill>
                <a:latin typeface="Calibri"/>
              </a:rPr>
              <a:t>presentation-kit · ejemplo expresivo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Cuando un planeta pasa por delante, su estrella se apaga un poco</a:t>
            </a:r>
          </a:p>
        </p:txBody>
      </p:sp>
      <p:pic>
        <p:nvPicPr>
          <p:cNvPr id="3" name="Picture 2" descr="static_transit.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Fuente: Profundidad = (R_planeta / R_estrella)², con los radios nominales de la IAU (2015): Júpiter frente al Sol, 1,06 %; la Tierra, 84 ppm. Sin oscurecimiento hacia el borde; tamaños de la Tierra no a escala en la curva.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La estrella también se mece: la Tierra mueve al Sol apenas 9 cm/s</a:t>
            </a:r>
          </a:p>
        </p:txBody>
      </p:sp>
      <p:pic>
        <p:nvPicPr>
          <p:cNvPr id="3" name="Picture 2" descr="static_orbit.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Fuente: Tercera ley de Kepler con órbita circular: la Tierra induce 8,9 cm/s en el Sol; Júpiter, 12,5 m/s. Movimiento y corrimiento exagerados para que se vean.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Una línea sola es ruido; sumando miles, el error baja como 1/√N</a:t>
            </a:r>
          </a:p>
        </p:txBody>
      </p:sp>
      <p:pic>
        <p:nvPicPr>
          <p:cNvPr id="3" name="Picture 2" descr="static_lines.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Fuente: Simulación con líneas gaussianas idénticas y ruido de fotones; no son líneas reales. El error de la velocidad cae como 1/√N: con 2000 líneas, unas 45 veces menos.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Juntas, las dos señales dicen de qué está hecho el planeta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La sombra da el tamaño:</a:t>
            </a:r>
            <a:r>
              <a:rPr sz="2100" b="0">
                <a:solidFill>
                  <a:srgbClr val="EEF2F7"/>
                </a:solidFill>
                <a:latin typeface="Calibri"/>
              </a:rPr>
              <a:t> la profundidad es (R_planeta / R_estrella)².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El bamboleo da la masa</a:t>
            </a:r>
            <a:r>
              <a:rPr sz="2100" b="0">
                <a:solidFill>
                  <a:srgbClr val="EEF2F7"/>
                </a:solidFill>
                <a:latin typeface="Calibri"/>
              </a:rPr>
              <a:t> (la mínima: depende de la inclinación de la órbita).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Tamaño y masa dan la densidad:</a:t>
            </a:r>
            <a:r>
              <a:rPr sz="2100" b="0">
                <a:solidFill>
                  <a:srgbClr val="EEF2F7"/>
                </a:solidFill>
                <a:latin typeface="Calibri"/>
              </a:rPr>
              <a:t> roca como la Tierra o gas como Júpiter.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Fuente: Relaciones estándar de los métodos de tránsito y de velocidad radial.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Encontrar otra Tierra exige señales más de cien veces más chicas que las de un Júpiter</a:t>
            </a:r>
          </a:p>
        </p:txBody>
      </p:sp>
      <p:pic>
        <p:nvPicPr>
          <p:cNvPr id="3" name="Picture 2" descr="static_scale.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Fuente: Cálculo propio: velocidad (Kepler) 12,5 m/s frente a 8,9 cm/s, ÷139; profundidad (IAU 2015) 1,06 % frente a 84 ppm, ÷126. Escalas logarítmicas.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Esta presentación es un guion de texto, cinco escenas y un perfil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script.es.md</a:t>
            </a:r>
            <a:r>
              <a:rPr sz="2100" b="0">
                <a:solidFill>
                  <a:srgbClr val="EEF2F7"/>
                </a:solidFill>
                <a:latin typeface="Calibri"/>
              </a:rPr>
              <a:t> (y script.md): un título-conclusión por diapositiva, con su fuente y sus notas.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animations.js:</a:t>
            </a:r>
            <a:r>
              <a:rPr sz="2100" b="0">
                <a:solidFill>
                  <a:srgbClr val="EEF2F7"/>
                </a:solidFill>
                <a:latin typeface="Calibri"/>
              </a:rPr>
              <a:t> cinco escenas con K.scene, un estado por paso.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perfil night:</a:t>
            </a:r>
            <a:r>
              <a:rPr sz="2100" b="0">
                <a:solidFill>
                  <a:srgbClr val="EEF2F7"/>
                </a:solidFill>
                <a:latin typeface="Calibri"/>
              </a:rPr>
              <a:t> colores y tipografías; kit.py build arma el HTML y el .pptx.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Fuente: presentation-kit: engine/kit.py, engine/anim.js, profiles/night.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Fuentes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Radios nominales: IAU 2015 Resolution B3 (Sol 695 700 km; Tierra ecuatorial 6 378,1 km; Júpiter ecuatorial 71 492 km).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Masas: Sol 1,989 × 10³⁰ kg; Tierra 5,972 × 10²⁴ kg; Júpiter 1,898 × 10²⁷ kg. G = 6,674 × 10⁻¹¹ m³ kg⁻¹ s⁻².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Velocidad inducida: tercera ley de Kepler para una órbita circular.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Todo se calcula en animations.js; las animaciones exageran el movimiento para que se vea.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9AA8BA"/>
                </a:solidFill>
                <a:latin typeface="Calibri"/>
              </a:rPr>
              <a:t>ANEXO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encontrar un planeta que no se puede ver</dc:title>
  <dc:subject/>
  <dc:creator>presentation-kit · ejemplo expresivo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