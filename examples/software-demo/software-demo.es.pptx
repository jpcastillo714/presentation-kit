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sola tarea, mostrada en el producto: ajustar una recta a dos conjuntos y mirar los residuos.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correr el video; se acerca donde ocurre cada clic. Con V se pausa en los residuos.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diapositiva para quien vaya a grabar su propia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057400"/>
            <a:ext cx="10668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0"/>
              </a:spcAft>
            </a:pPr>
            <a:r>
              <a:rPr sz="4200" b="1">
                <a:solidFill>
                  <a:srgbClr val="1C2127"/>
                </a:solidFill>
                <a:latin typeface="Cambria"/>
              </a:rPr>
              <a:t>Dos clics muestran lo que una correlación esconde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2900"/>
            <a:ext cx="10668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5B6570"/>
                </a:solidFill>
                <a:latin typeface="Segoe UI"/>
              </a:rPr>
              <a:t>Una demostración grabada desde el panel real, no dibujada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49240"/>
            <a:ext cx="1066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5B6570"/>
                </a:solidFill>
                <a:latin typeface="Segoe UI"/>
              </a:rPr>
              <a:t>presentation-kit · ejemplo de demostración de software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El panel da el mismo r para dos conjuntos muy distintos; los residuos los separan</a:t>
            </a:r>
          </a:p>
        </p:txBody>
      </p:sp>
      <p:pic>
        <p:nvPicPr>
          <p:cNvPr id="3" name="demo_residuals.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44889" y="1714500"/>
            <a:ext cx="7902222" cy="4445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Grabado con «kit.py demo» desde app/index.html (demo.es.yml). Datos: Anscombe (1973), The American Statistician 27(1), 17–21.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El video sale de ejecutar el código,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44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demo.es.yml enumera la tarea:</a:t>
            </a:r>
            <a:r>
              <a:rPr sz="2100" b="0">
                <a:solidFill>
                  <a:srgbClr val="1C2127"/>
                </a:solidFill>
                <a:latin typeface="Segoe UI"/>
              </a:rPr>
              <a:t> abrir, elegir un conjunto, hacer clic, acercar, esperar.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kit.py demo la ejecuta en un navegador real</a:t>
            </a:r>
            <a:r>
              <a:rPr sz="2100" b="0">
                <a:solidFill>
                  <a:srgbClr val="1C2127"/>
                </a:solidFill>
                <a:latin typeface="Segoe UI"/>
              </a:rPr>
              <a:t> y toma una captura en cada paso.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El acercamiento, el cursor y los subtítulos se agregan después,</a:t>
            </a:r>
            <a:r>
              <a:rPr sz="2100" b="0">
                <a:solidFill>
                  <a:srgbClr val="1C2127"/>
                </a:solidFill>
                <a:latin typeface="Segoe UI"/>
              </a:rPr>
              <a:t> a partir de la posición de los elementos reales.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1C2127"/>
                </a:solidFill>
                <a:latin typeface="Segoe UI"/>
              </a:rPr>
              <a:t>•  </a:t>
            </a:r>
            <a:r>
              <a:rPr sz="2100" b="1">
                <a:solidFill>
                  <a:srgbClr val="1F5F8B"/>
                </a:solidFill>
                <a:latin typeface="Segoe UI"/>
              </a:rPr>
              <a:t>Si todavía no hay código,</a:t>
            </a:r>
            <a:r>
              <a:rPr sz="2100" b="0">
                <a:solidFill>
                  <a:srgbClr val="1C2127"/>
                </a:solidFill>
                <a:latin typeface="Segoe UI"/>
              </a:rPr>
              <a:t> mockup: true estampa «Maqueta» en cada cuadro.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254750"/>
            <a:ext cx="990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</a:pPr>
            <a:r>
              <a:rPr sz="1100" b="0">
                <a:solidFill>
                  <a:srgbClr val="5B6570"/>
                </a:solidFill>
                <a:latin typeface="Segoe UI"/>
              </a:rPr>
              <a:t>Fuente: presentation-kit: engine/demo.py.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71500"/>
            <a:ext cx="10668000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1C2127"/>
                </a:solidFill>
                <a:latin typeface="Cambria"/>
              </a:rPr>
              <a:t>Fuentes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10668000" cy="46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Anscombe, F. J. (1973). Graphs in Statistical Analysis. The American Statistician 27(1), 17–21. DOI 10.1080/00031305.1973.10478966.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Cómo mostrar software: docs/software-demos.es.md (catálogo de demostraciones reconocidas y de la evidencia sobre videos de software).</a:t>
            </a:r>
          </a:p>
          <a:p>
            <a:pPr>
              <a:spcAft>
                <a:spcPts val="840"/>
              </a:spcAft>
            </a:pPr>
            <a:r>
              <a:rPr sz="1400" b="0">
                <a:solidFill>
                  <a:srgbClr val="1C2127"/>
                </a:solidFill>
                <a:latin typeface="Segoe UI"/>
              </a:rPr>
              <a:t>•  La aplicación: app/index.html (HTML y JavaScript). La grabación: demo.es.yml y engine/demo.py.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"/>
            <a:ext cx="254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5B6570"/>
                </a:solidFill>
                <a:latin typeface="Segoe UI"/>
              </a:rPr>
              <a:t>ANEXO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 clics muestran lo que una correlación esconde</dc:title>
  <dc:subject/>
  <dc:creator>presentation-kit · ejemplo de demostración de software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