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task, shown in the product itself: fit a line to two datasets and look at the residuals.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video run; it zooms where each click happens. Press V to pause on the residuals.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for whoever will record their own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057400"/>
            <a:ext cx="10668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20"/>
              </a:spcAft>
            </a:pPr>
            <a:r>
              <a:rPr sz="4200" b="1">
                <a:solidFill>
                  <a:srgbClr val="1C2127"/>
                </a:solidFill>
                <a:latin typeface="Cambria"/>
              </a:rPr>
              <a:t>Two clicks show what a correlation hides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152900"/>
            <a:ext cx="1066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5B6570"/>
                </a:solidFill>
                <a:latin typeface="Segoe UI"/>
              </a:rPr>
              <a:t>A demo recorded from the real dashboard, not drawn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49240"/>
            <a:ext cx="1066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5B6570"/>
                </a:solidFill>
                <a:latin typeface="Segoe UI"/>
              </a:rPr>
              <a:t>presentation-kit · software demo example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The dashboard gives the same r for two very different datasets; the residuals tell them apart</a:t>
            </a:r>
          </a:p>
        </p:txBody>
      </p:sp>
      <p:pic>
        <p:nvPicPr>
          <p:cNvPr id="3" name="demo_residual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44889" y="1714500"/>
            <a:ext cx="7902222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Source: Recorded with «kit.py demo» from app/index.html (demo.yml). Data: Anscombe (1973), The American Statistician 27(1), 17–21.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The video comes from running the code,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demo.yml lists the task:</a:t>
            </a:r>
            <a:r>
              <a:rPr sz="2100" b="0">
                <a:solidFill>
                  <a:srgbClr val="1C2127"/>
                </a:solidFill>
                <a:latin typeface="Segoe UI"/>
              </a:rPr>
              <a:t> open, choose a dataset, click, zoom, wait.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kit.py demo performs it in a real browser</a:t>
            </a:r>
            <a:r>
              <a:rPr sz="2100" b="0">
                <a:solidFill>
                  <a:srgbClr val="1C2127"/>
                </a:solidFill>
                <a:latin typeface="Segoe UI"/>
              </a:rPr>
              <a:t> and takes a screenshot at every step.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Zoom, cursor and captions are added afterwards,</a:t>
            </a:r>
            <a:r>
              <a:rPr sz="2100" b="0">
                <a:solidFill>
                  <a:srgbClr val="1C2127"/>
                </a:solidFill>
                <a:latin typeface="Segoe UI"/>
              </a:rPr>
              <a:t> from the positions of the real elements.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If there is no code yet,</a:t>
            </a:r>
            <a:r>
              <a:rPr sz="2100" b="0">
                <a:solidFill>
                  <a:srgbClr val="1C2127"/>
                </a:solidFill>
                <a:latin typeface="Segoe UI"/>
              </a:rPr>
              <a:t> mockup: true stamps «Mock-up» on every frame.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Source: presentation-kit: engine/demo.py.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Anscombe, F. J. (1973). Graphs in Statistical Analysis. The American Statistician 27(1), 17–21. DOI 10.1080/00031305.1973.10478966.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How to show software: docs/software-demos.md (catalog of recognized demos and of the evidence on screencasts).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The app: app/index.html (plain HTML and JavaScript). The recording: demo.yml and engine/demo.py.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570"/>
                </a:solidFill>
                <a:latin typeface="Segoe UI"/>
              </a:rP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clicks show what a correlation hides</dc:title>
  <dc:subject/>
  <dc:creator>presentation-kit · software demo example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