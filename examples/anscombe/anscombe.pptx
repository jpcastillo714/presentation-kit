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ten-minute talk for any meeting where metrics get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room guess for a second what these data look like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is what we expect. II is a curve. III is a line with one point off. IV has no relation at all: a single point creates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is not "how high is r?" but "what shape do the data have?".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deleting an outlier, understand it: it may be an error or the most interesting data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that point and the line cannot even be computed: all x values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people take home. Close by asking which metric we report without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1C2127"/>
                </a:solidFill>
                <a:latin typeface="Cambria"/>
              </a:rPr>
              <a:t>Four datasets with the same statistics and four different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B6570"/>
                </a:solidFill>
                <a:latin typeface="Segoe UI"/>
              </a:rPr>
              <a:t>Why you should plot before you summarize: Anscombe's quartet (1973)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5B6570"/>
                </a:solidFill>
                <a:latin typeface="Segoe UI"/>
              </a:rPr>
              <a:t>presentation-kit · sober example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All four sets share the same mean, variance, correlation and regression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5080000" cy="4445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5040"/>
              </a:spcAft>
            </a:pPr>
            <a:r>
              <a:rPr sz="8400" b="1">
                <a:solidFill>
                  <a:srgbClr val="1F5F8B"/>
                </a:solidFill>
                <a:latin typeface="Cambria"/>
              </a:rPr>
              <a:t>r = 0.816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0" y="1714500"/>
            <a:ext cx="5207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In all four: mean of x </a:t>
            </a:r>
            <a:r>
              <a:rPr sz="1900" b="1">
                <a:solidFill>
                  <a:srgbClr val="1F5F8B"/>
                </a:solidFill>
                <a:latin typeface="Segoe UI"/>
              </a:rPr>
              <a:t>9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variance of x </a:t>
            </a:r>
            <a:r>
              <a:rPr sz="1900" b="1">
                <a:solidFill>
                  <a:srgbClr val="1F5F8B"/>
                </a:solidFill>
                <a:latin typeface="Segoe UI"/>
              </a:rPr>
              <a:t>11</a:t>
            </a:r>
            <a:r>
              <a:rPr sz="1900" b="0">
                <a:solidFill>
                  <a:srgbClr val="1C2127"/>
                </a:solidFill>
                <a:latin typeface="Segoe UI"/>
              </a:rPr>
              <a:t>, mean of y </a:t>
            </a:r>
            <a:r>
              <a:rPr sz="1900" b="1">
                <a:solidFill>
                  <a:srgbClr val="1F5F8B"/>
                </a:solidFill>
                <a:latin typeface="Segoe UI"/>
              </a:rPr>
              <a:t>7.50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variance of y </a:t>
            </a:r>
            <a:r>
              <a:rPr sz="1900" b="1">
                <a:solidFill>
                  <a:srgbClr val="1F5F8B"/>
                </a:solidFill>
                <a:latin typeface="Segoe UI"/>
              </a:rPr>
              <a:t>4.12</a:t>
            </a:r>
            <a:r>
              <a:rPr sz="1900" b="0">
                <a:solidFill>
                  <a:srgbClr val="1C2127"/>
                </a:solidFill>
                <a:latin typeface="Segoe UI"/>
              </a:rPr>
              <a:t> and fitted line </a:t>
            </a:r>
            <a:r>
              <a:rPr sz="1900" b="1">
                <a:solidFill>
                  <a:srgbClr val="1F5F8B"/>
                </a:solidFill>
                <a:latin typeface="Segoe UI"/>
              </a:rPr>
              <a:t>y = 3.00 + 0.500 x</a:t>
            </a:r>
            <a:r>
              <a:rPr sz="1900" b="0">
                <a:solidFill>
                  <a:srgbClr val="1C2127"/>
                </a:solidFill>
                <a:latin typeface="Segoe UI"/>
              </a:rPr>
              <a:t>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If we only looked at this table, we would call them the same phenomenon.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Anscombe, F. J. (1973), The American Statistician 27(1), 17–21. Own computation in figures/make_figures.py.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Plotted, they are four different stories</a:t>
            </a:r>
          </a:p>
        </p:txBody>
      </p:sp>
      <p:pic>
        <p:nvPicPr>
          <p:cNvPr id="3" name="Picture 2" descr="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81379"/>
            <a:ext cx="10668000" cy="3511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(1973). The four panels share axes; the grey line is the same fit in all of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In II the data are a curve: the straight line is the wrong model</a:t>
            </a:r>
          </a:p>
        </p:txBody>
      </p:sp>
      <p:pic>
        <p:nvPicPr>
          <p:cNvPr id="3" name="Picture 2" descr="panel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A parabola describes them almost exactly.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A correlation of 0.816 measures how well a line fits, not whether a line is the right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(1973); own quadratic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In III a single point bends the line: without it, the data are perfectly aligned</a:t>
            </a:r>
          </a:p>
        </p:txBody>
      </p:sp>
      <p:pic>
        <p:nvPicPr>
          <p:cNvPr id="3" name="Picture 2" descr="panel_I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Without the highlighted point, the correlation is </a:t>
            </a:r>
            <a:r>
              <a:rPr sz="1700" b="1">
                <a:solidFill>
                  <a:srgbClr val="1F5F8B"/>
                </a:solidFill>
                <a:latin typeface="Segoe UI"/>
              </a:rPr>
              <a:t>1.000</a:t>
            </a:r>
            <a:r>
              <a:rPr sz="1700" b="0">
                <a:solidFill>
                  <a:srgbClr val="1C2127"/>
                </a:solidFill>
                <a:latin typeface="Segoe UI"/>
              </a:rPr>
              <a:t> and the line becomes y = 4.01 + 0.345 x.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One outlier is enough to change the slope we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(1973); fit without the outlier, own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In IV there is no relation: a single point manufactures the whole correlation</a:t>
            </a:r>
          </a:p>
        </p:txBody>
      </p:sp>
      <p:pic>
        <p:nvPicPr>
          <p:cNvPr id="3" name="Picture 2" descr="panel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Ten of the eleven points share the same x. The only different one decides the whole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Before reporting a metric, plot the data and the residuals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Plot the distribution,</a:t>
            </a:r>
            <a:r>
              <a:rPr sz="2100" b="0">
                <a:solidFill>
                  <a:srgbClr val="1C2127"/>
                </a:solidFill>
                <a:latin typeface="Segoe UI"/>
              </a:rPr>
              <a:t> not only the mean: points or boxes per group (Tukey).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Plot the residuals</a:t>
            </a:r>
            <a:r>
              <a:rPr sz="2100" b="0">
                <a:solidFill>
                  <a:srgbClr val="1C2127"/>
                </a:solidFill>
                <a:latin typeface="Segoe UI"/>
              </a:rPr>
              <a:t> of every fit: that is where II's curve and III's outlier show up.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Look at every point that dominates</a:t>
            </a:r>
            <a:r>
              <a:rPr sz="2100" b="0">
                <a:solidFill>
                  <a:srgbClr val="1C2127"/>
                </a:solidFill>
                <a:latin typeface="Segoe UI"/>
              </a:rPr>
              <a:t> the result before you trust the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(1973); Wickham &amp; Stryjewski, "40 years of boxplots" (2011).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Anscombe, F. J. (1973). Graphs in Statistical Analysis. The American Statistician 27(1), 17–21. DOI 10.1080/00031305.1973.10478966.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Wickham, H. &amp; Stryjewski, L. (2011). 40 years of boxplots. https://vita.had.co.nz/papers/boxplots.pdf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Data and computations: figures/make_figures.py (checks the statistics before plotting).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570"/>
                </a:solidFill>
                <a:latin typeface="Segoe UI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datasets with the same statistics and four different stories</dc:title>
  <dc:subject/>
  <dc:creator>presentation-kit · sober example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